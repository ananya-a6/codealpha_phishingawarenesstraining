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38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8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275C82F-0C85-763F-41CF-21BAA6711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410048" y="960120"/>
            <a:ext cx="1371600" cy="1371600"/>
          </a:xfrm>
          <a:prstGeom prst="ellipse">
            <a:avLst/>
          </a:prstGeom>
          <a:solidFill>
            <a:srgbClr val="C00000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5" name="Image 0" descr="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948" y="1303020"/>
            <a:ext cx="685800" cy="685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914400" y="2651760"/>
            <a:ext cx="103628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72888" y="4343400"/>
            <a:ext cx="164592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61772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89204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Achalendran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534924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162447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731520" cy="73152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5" name="Image 0" descr="icons/usersecr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51" y="19019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type of cyberattack where attackers impersonate trusted individuals or organizations to trick users into revealing confidential information such as usernames, passwords, banking details, or personal information.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Phishing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4825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icons/ke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2151126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96596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login credentials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309360" y="2715768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46520" y="279806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5" name="Image 2" descr="icons/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290093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2715768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financial information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309360" y="3465576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46520" y="354787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9" name="Image 3" descr="icons/bu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3650742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3465576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malware on victim devices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309360" y="4215384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46520" y="42976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3" name="Image 4" descr="icons/usersecr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440055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4215384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identity theft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309360" y="4965192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46520" y="50474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7" name="Image 5" descr="icons/shie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390" y="5150358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496519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unauthorized access to systems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13AEA2C9-129B-4045-4E7F-476BA10E4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0960" y="0"/>
            <a:ext cx="12265268" cy="69646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2940" y="57073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Types of Phishing Attacks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icons/envelop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183565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sent to many users pretending to be from trusted organizations.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6916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0" name="Image 1" descr="icons/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458" y="1835658"/>
            <a:ext cx="352044" cy="3520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6344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phishing attacks aimed at a specific person or organization.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03920" y="1691640"/>
            <a:ext cx="640080" cy="64008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1"/>
          <p:cNvSpPr/>
          <p:nvPr/>
        </p:nvSpPr>
        <p:spPr>
          <a:xfrm>
            <a:off x="8503920" y="24688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50392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executives or senior management using personalized attacks.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468880" y="4069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0" y="434340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0" name="Image 3" descr="icons/mobi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083" y="4487418"/>
            <a:ext cx="339471" cy="3394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743200" y="5120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2743200" y="5486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delivered through SMS or text messages.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309360" y="4069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434340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5" name="Image 4" descr="icons/phon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698" y="4487418"/>
            <a:ext cx="352044" cy="3520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83680" y="51206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583680" y="54864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attacks carried out through voice calls.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84DC309-4E76-E200-5EE6-012C5067B6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77630" y="1611249"/>
            <a:ext cx="720471" cy="7204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Phishing Attack Unfolds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711909" cy="2834640"/>
          </a:xfrm>
          <a:prstGeom prst="roundRect">
            <a:avLst>
              <a:gd name="adj" fmla="val 534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3427" y="1828800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1203427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84555" y="24231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icons/usersecret_162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73" y="256717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200400"/>
            <a:ext cx="149245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creates a fake email or website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263841" y="2852928"/>
            <a:ext cx="161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25141" y="1600200"/>
            <a:ext cx="1711909" cy="2834640"/>
          </a:xfrm>
          <a:prstGeom prst="roundRect">
            <a:avLst>
              <a:gd name="adj" fmla="val 534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79928" y="1828800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9"/>
          <p:cNvSpPr/>
          <p:nvPr/>
        </p:nvSpPr>
        <p:spPr>
          <a:xfrm>
            <a:off x="3079928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961056" y="24231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4" name="Image 1" descr="icons/envelope_1624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074" y="2567178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34869" y="3200400"/>
            <a:ext cx="149245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receives the message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140342" y="2852928"/>
            <a:ext cx="161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301642" y="1600200"/>
            <a:ext cx="1711909" cy="2834640"/>
          </a:xfrm>
          <a:prstGeom prst="roundRect">
            <a:avLst>
              <a:gd name="adj" fmla="val 534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56429" y="1828800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9" name="Text 15"/>
          <p:cNvSpPr/>
          <p:nvPr/>
        </p:nvSpPr>
        <p:spPr>
          <a:xfrm>
            <a:off x="4956429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37557" y="24231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2" descr="icons/link_1624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575" y="2567178"/>
            <a:ext cx="352044" cy="3520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11370" y="3200400"/>
            <a:ext cx="149245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the malicious link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016843" y="2852928"/>
            <a:ext cx="161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178144" y="1600200"/>
            <a:ext cx="1711909" cy="2834640"/>
          </a:xfrm>
          <a:prstGeom prst="roundRect">
            <a:avLst>
              <a:gd name="adj" fmla="val 534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32930" y="1828800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1"/>
          <p:cNvSpPr/>
          <p:nvPr/>
        </p:nvSpPr>
        <p:spPr>
          <a:xfrm>
            <a:off x="6832930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714058" y="24231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8" name="Image 3" descr="icons/lock_1624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76" y="2567178"/>
            <a:ext cx="352044" cy="3520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87872" y="3200400"/>
            <a:ext cx="149245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 opens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893345" y="2852928"/>
            <a:ext cx="161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054645" y="1600200"/>
            <a:ext cx="1711909" cy="2834640"/>
          </a:xfrm>
          <a:prstGeom prst="roundRect">
            <a:avLst>
              <a:gd name="adj" fmla="val 534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709431" y="1828800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3" name="Text 27"/>
          <p:cNvSpPr/>
          <p:nvPr/>
        </p:nvSpPr>
        <p:spPr>
          <a:xfrm>
            <a:off x="8709431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8590559" y="24231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5" name="Image 4" descr="icons/key_16244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4577" y="2567178"/>
            <a:ext cx="352044" cy="3520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164373" y="3200400"/>
            <a:ext cx="149245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enters credentials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9769846" y="2852928"/>
            <a:ext cx="161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9931146" y="1600200"/>
            <a:ext cx="1711909" cy="2834640"/>
          </a:xfrm>
          <a:prstGeom prst="roundRect">
            <a:avLst>
              <a:gd name="adj" fmla="val 534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585933" y="1828800"/>
            <a:ext cx="402336" cy="40233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0" name="Text 33"/>
          <p:cNvSpPr/>
          <p:nvPr/>
        </p:nvSpPr>
        <p:spPr>
          <a:xfrm>
            <a:off x="10585933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Shape 34"/>
          <p:cNvSpPr/>
          <p:nvPr/>
        </p:nvSpPr>
        <p:spPr>
          <a:xfrm>
            <a:off x="10467061" y="24231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3" name="Text 35"/>
          <p:cNvSpPr/>
          <p:nvPr/>
        </p:nvSpPr>
        <p:spPr>
          <a:xfrm>
            <a:off x="10040874" y="3200400"/>
            <a:ext cx="149245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steals sensitive information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548640" y="480060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2A1620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868680" y="5102352"/>
            <a:ext cx="640080" cy="685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7" name="Text 38"/>
          <p:cNvSpPr/>
          <p:nvPr/>
        </p:nvSpPr>
        <p:spPr>
          <a:xfrm>
            <a:off x="1691640" y="4937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48" name="Text 39"/>
          <p:cNvSpPr/>
          <p:nvPr/>
        </p:nvSpPr>
        <p:spPr>
          <a:xfrm>
            <a:off x="1691640" y="5257800"/>
            <a:ext cx="97228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gains unauthorized access to the victim's accounts or personal information.</a:t>
            </a:r>
            <a:endParaRPr lang="en-US" sz="1350" dirty="0"/>
          </a:p>
        </p:txBody>
      </p:sp>
      <p:sp>
        <p:nvSpPr>
          <p:cNvPr id="49" name="Text 4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E21C5D1-94E2-CAEE-D79B-8E58EAFFD5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396" y="5154496"/>
            <a:ext cx="526648" cy="52664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3918552-FE01-0A5D-6488-85FC5310C9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9750" y="2497100"/>
            <a:ext cx="474700" cy="474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282" y="12709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Identify a Phishing Email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8320" y="908694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684151" y="994739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1207098" y="879751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or suspicious sender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681979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800851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6"/>
          <p:cNvSpPr/>
          <p:nvPr/>
        </p:nvSpPr>
        <p:spPr>
          <a:xfrm>
            <a:off x="1176131" y="1671819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(e.g., “Dear Customer”)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38010" y="2501548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9469" y="2608715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9"/>
          <p:cNvSpPr/>
          <p:nvPr/>
        </p:nvSpPr>
        <p:spPr>
          <a:xfrm>
            <a:off x="1174024" y="2480031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3311549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85800" y="3429000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8" name="Text 12"/>
          <p:cNvSpPr/>
          <p:nvPr/>
        </p:nvSpPr>
        <p:spPr>
          <a:xfrm>
            <a:off x="1234440" y="376732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409801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85736" y="4235196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15"/>
          <p:cNvSpPr/>
          <p:nvPr/>
        </p:nvSpPr>
        <p:spPr>
          <a:xfrm>
            <a:off x="1176131" y="4083045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 or attachments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548640" y="4869506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1176131" y="483321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 or banking details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548640" y="5661001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8" name="Shape 20"/>
          <p:cNvSpPr/>
          <p:nvPr/>
        </p:nvSpPr>
        <p:spPr>
          <a:xfrm>
            <a:off x="679469" y="5779873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0" name="Text 21"/>
          <p:cNvSpPr/>
          <p:nvPr/>
        </p:nvSpPr>
        <p:spPr>
          <a:xfrm>
            <a:off x="1172228" y="56490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that seem too good to be true</a:t>
            </a:r>
            <a:endParaRPr lang="en-US" sz="1350" dirty="0"/>
          </a:p>
        </p:txBody>
      </p:sp>
      <p:sp>
        <p:nvSpPr>
          <p:cNvPr id="31" name="Shape 22"/>
          <p:cNvSpPr/>
          <p:nvPr/>
        </p:nvSpPr>
        <p:spPr>
          <a:xfrm>
            <a:off x="6385255" y="306164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162447"/>
          </a:solidFill>
          <a:ln/>
        </p:spPr>
      </p:sp>
      <p:sp>
        <p:nvSpPr>
          <p:cNvPr id="32" name="Shape 23"/>
          <p:cNvSpPr/>
          <p:nvPr/>
        </p:nvSpPr>
        <p:spPr>
          <a:xfrm>
            <a:off x="6586880" y="3180512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3" name="Image 7" descr="icons/eye_162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520" y="3259323"/>
            <a:ext cx="231343" cy="23134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30719" y="307204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— don't click.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87D4A18-51F7-0928-18FB-6519D94F0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16" y="1032382"/>
            <a:ext cx="303093" cy="30309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721111C-4B57-ABCB-870F-5581188A9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07" y="1832864"/>
            <a:ext cx="303093" cy="3030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3A70453-9AC3-C0ED-E9EA-2BFB7F5A6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15" y="2628230"/>
            <a:ext cx="303093" cy="30309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2B42A44-708B-BEF0-7146-D2528A863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04" y="3466521"/>
            <a:ext cx="303093" cy="30309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F570345-47DC-4C06-F55D-824A0BE10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99" y="4274149"/>
            <a:ext cx="303093" cy="30309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609C406-4043-9B2C-1E72-A8229C5FA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88" y="5826702"/>
            <a:ext cx="303093" cy="303093"/>
          </a:xfrm>
          <a:prstGeom prst="rect">
            <a:avLst/>
          </a:prstGeom>
        </p:spPr>
      </p:pic>
      <p:sp>
        <p:nvSpPr>
          <p:cNvPr id="54" name="Text 6">
            <a:extLst>
              <a:ext uri="{FF2B5EF4-FFF2-40B4-BE49-F238E27FC236}">
                <a16:creationId xmlns:a16="http://schemas.microsoft.com/office/drawing/2014/main" id="{22A9DF03-D4EA-ADE7-304C-848AA308A062}"/>
              </a:ext>
            </a:extLst>
          </p:cNvPr>
          <p:cNvSpPr/>
          <p:nvPr/>
        </p:nvSpPr>
        <p:spPr>
          <a:xfrm>
            <a:off x="1386840" y="238353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E75C96D3-1744-70A6-C041-014FAE15A2DD}"/>
              </a:ext>
            </a:extLst>
          </p:cNvPr>
          <p:cNvSpPr/>
          <p:nvPr/>
        </p:nvSpPr>
        <p:spPr>
          <a:xfrm>
            <a:off x="1386840" y="315163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07013E1C-9899-7653-8823-EB30C9EF6E08}"/>
              </a:ext>
            </a:extLst>
          </p:cNvPr>
          <p:cNvSpPr/>
          <p:nvPr/>
        </p:nvSpPr>
        <p:spPr>
          <a:xfrm>
            <a:off x="1172228" y="32789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 and spelling mistakes</a:t>
            </a:r>
            <a:endParaRPr lang="en-US" sz="1350" dirty="0"/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23D696F7-F9CE-03B8-E8A9-10A5CC115075}"/>
              </a:ext>
            </a:extLst>
          </p:cNvPr>
          <p:cNvSpPr/>
          <p:nvPr/>
        </p:nvSpPr>
        <p:spPr>
          <a:xfrm>
            <a:off x="684151" y="4986727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0287E4E4-E43C-9122-1458-215507306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07" y="5015268"/>
            <a:ext cx="303093" cy="303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Fake Websites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86080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Legitimate Website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56032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EA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560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https://www.paypal.com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icons/time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18608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Website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92240" y="256032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FDEBEC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29400" y="2560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https://www.paypa</a:t>
            </a:r>
            <a:r>
              <a:rPr lang="en-US" sz="1500" b="1" dirty="0">
                <a:solidFill>
                  <a:srgbClr val="E63946"/>
                </a:solidFill>
                <a:highlight>
                  <a:srgbClr val="FFF3B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17920" y="38221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capital “I” replacing the lowercase “l”.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Check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" y="5074920"/>
            <a:ext cx="2567864" cy="822960"/>
          </a:xfrm>
          <a:prstGeom prst="roundRect">
            <a:avLst>
              <a:gd name="adj" fmla="val 8889"/>
            </a:avLst>
          </a:prstGeom>
          <a:solidFill>
            <a:srgbClr val="162447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9" name="Image 2" descr="icons/search_1624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" y="5360670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5074920"/>
            <a:ext cx="1744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URL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390824" y="5074920"/>
            <a:ext cx="2567864" cy="822960"/>
          </a:xfrm>
          <a:prstGeom prst="roundRect">
            <a:avLst>
              <a:gd name="adj" fmla="val 8889"/>
            </a:avLst>
          </a:prstGeom>
          <a:solidFill>
            <a:srgbClr val="162447"/>
          </a:solidFill>
          <a:ln/>
        </p:spPr>
      </p:sp>
      <p:sp>
        <p:nvSpPr>
          <p:cNvPr id="22" name="Shape 17"/>
          <p:cNvSpPr/>
          <p:nvPr/>
        </p:nvSpPr>
        <p:spPr>
          <a:xfrm>
            <a:off x="3527984" y="525780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3" name="Image 3" descr="icons/lock_1624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854" y="5360670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076624" y="5074920"/>
            <a:ext cx="1744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connection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233008" y="5074920"/>
            <a:ext cx="2567864" cy="822960"/>
          </a:xfrm>
          <a:prstGeom prst="roundRect">
            <a:avLst>
              <a:gd name="adj" fmla="val 8889"/>
            </a:avLst>
          </a:prstGeom>
          <a:solidFill>
            <a:srgbClr val="162447"/>
          </a:solidFill>
          <a:ln/>
        </p:spPr>
      </p:sp>
      <p:sp>
        <p:nvSpPr>
          <p:cNvPr id="26" name="Shape 20"/>
          <p:cNvSpPr/>
          <p:nvPr/>
        </p:nvSpPr>
        <p:spPr>
          <a:xfrm>
            <a:off x="6370168" y="525780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7" name="Image 4" descr="icons/envelope_16244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038" y="536067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18808" y="5074920"/>
            <a:ext cx="1744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spelling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9075191" y="5074920"/>
            <a:ext cx="2567864" cy="822960"/>
          </a:xfrm>
          <a:prstGeom prst="roundRect">
            <a:avLst>
              <a:gd name="adj" fmla="val 8889"/>
            </a:avLst>
          </a:prstGeom>
          <a:solidFill>
            <a:srgbClr val="162447"/>
          </a:solidFill>
          <a:ln/>
        </p:spPr>
      </p:sp>
      <p:sp>
        <p:nvSpPr>
          <p:cNvPr id="30" name="Shape 23"/>
          <p:cNvSpPr/>
          <p:nvPr/>
        </p:nvSpPr>
        <p:spPr>
          <a:xfrm>
            <a:off x="9212351" y="5257800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1" name="Image 5" descr="icons/shield_16244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221" y="536067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60991" y="5074920"/>
            <a:ext cx="1744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certificate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Attackers Manipulate Victims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52728" y="178308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74320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344168" y="3200400"/>
            <a:ext cx="54864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383280"/>
            <a:ext cx="18105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account will be suspended.”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52928" y="141732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783080"/>
            <a:ext cx="731520" cy="7315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1" name="Image 1" descr="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9476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274320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48456" y="3200400"/>
            <a:ext cx="54864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17520" y="3383280"/>
            <a:ext cx="18105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 your account within 24 hours.”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57216" y="141732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61304" y="17830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2" descr="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9476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48656" y="274320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952744" y="3200400"/>
            <a:ext cx="54864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321808" y="3383280"/>
            <a:ext cx="18105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received a new document.”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61504" y="141732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65592" y="1783080"/>
            <a:ext cx="731520" cy="73152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23" name="Image 3" descr="icons/crow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194767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52944" y="274320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8257032" y="3200400"/>
            <a:ext cx="54864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626096" y="3383280"/>
            <a:ext cx="18105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Pretending to be a bank, company, or government official.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765792" y="1417320"/>
            <a:ext cx="2139696" cy="42062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469880" y="178308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9" name="Image 4" descr="icons/fla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472" y="1947672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57232" y="274320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Rewards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10561320" y="3200400"/>
            <a:ext cx="548640" cy="0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930384" y="3383280"/>
            <a:ext cx="18105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won a prize.”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1F62AB0-6C3B-1BA5-CD2B-8BF3B2D721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3581" y="1864181"/>
            <a:ext cx="509813" cy="5098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Protect Yourself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icons/usercheck_162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1653235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417320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 before responding.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5856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395728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9" name="Image 1" descr="icons/link_1624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2494483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25856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URLs carefully before clicking.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09981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236976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2" descr="icons/key_1624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333573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3099816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or OTPs.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941064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85800" y="4078224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3" descr="icons/shield_1624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" y="417697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3941064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46520" y="1417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583680" y="1554480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4" descr="icons/check_16244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435" y="1653235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59752" y="1417320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software updated.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446520" y="2258568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583680" y="2395728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5" name="Image 5" descr="icons/lock_16244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435" y="2494483"/>
            <a:ext cx="241402" cy="2414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59752" y="225856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antivirus and email filtering tools.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446520" y="3099816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583680" y="3236976"/>
            <a:ext cx="438912" cy="438912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9" name="Image 6" descr="icons/flag_16244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435" y="3335731"/>
            <a:ext cx="241402" cy="24140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59752" y="3099816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immediately.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 Phishing Attack (2017)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39" y="1691640"/>
            <a:ext cx="7727259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</p:sp>
      <p:pic>
        <p:nvPicPr>
          <p:cNvPr id="6" name="Image 0" descr="icons/goo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31343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sent fake Google Docs invitations that appeared to come from trusted contacts.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772725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8"/>
          <p:cNvSpPr/>
          <p:nvPr/>
        </p:nvSpPr>
        <p:spPr>
          <a:xfrm>
            <a:off x="155448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54479" y="4096512"/>
            <a:ext cx="648992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users were affected.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unknowingly granted access to malicious applications.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39" y="5120640"/>
            <a:ext cx="7727257" cy="1051560"/>
          </a:xfrm>
          <a:prstGeom prst="roundRect">
            <a:avLst>
              <a:gd name="adj" fmla="val 8696"/>
            </a:avLst>
          </a:prstGeom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15" name="Shape 11"/>
          <p:cNvSpPr/>
          <p:nvPr/>
        </p:nvSpPr>
        <p:spPr>
          <a:xfrm>
            <a:off x="822960" y="536752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icons/grad_1624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549097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5285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Learned</a:t>
            </a:r>
            <a:endParaRPr lang="en-US" sz="1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1554480" y="5623560"/>
            <a:ext cx="64899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links and application permissions before granting access.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2A9369E-8DA9-4370-1B9C-6ADB243E8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92" y="3775801"/>
            <a:ext cx="407579" cy="407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Knowledge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39312" cy="470916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7276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31720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233172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programming 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EA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44952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07008" y="3044952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cyberattack that tricks users into revealing sensitive information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758184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58184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07008" y="3758184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471416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71416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07008" y="4471416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protocol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577840"/>
            <a:ext cx="3182112" cy="365760"/>
          </a:xfrm>
          <a:prstGeom prst="roundRect">
            <a:avLst>
              <a:gd name="adj" fmla="val 15000"/>
            </a:avLst>
          </a:prstGeom>
          <a:solidFill>
            <a:srgbClr val="16244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7784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70832" y="1371600"/>
            <a:ext cx="3639312" cy="470916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9432" y="1600200"/>
            <a:ext cx="457200" cy="4572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23" name="Text 21"/>
          <p:cNvSpPr/>
          <p:nvPr/>
        </p:nvSpPr>
        <p:spPr>
          <a:xfrm>
            <a:off x="4599432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93792" y="157276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of the following is a warning sign of phishing?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99432" y="2331720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2331720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0" y="233172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HTTPS website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99432" y="3044952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044952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0" y="3044952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communication from a trusted source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99432" y="3758184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EA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3758184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0" y="3758184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request for passwords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99432" y="4471416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4471416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0" y="4471416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updates from official websites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99432" y="5577840"/>
            <a:ext cx="3182112" cy="365760"/>
          </a:xfrm>
          <a:prstGeom prst="roundRect">
            <a:avLst>
              <a:gd name="adj" fmla="val 15000"/>
            </a:avLst>
          </a:prstGeom>
          <a:solidFill>
            <a:srgbClr val="162447"/>
          </a:solidFill>
          <a:ln/>
        </p:spPr>
      </p:sp>
      <p:sp>
        <p:nvSpPr>
          <p:cNvPr id="38" name="Text 36"/>
          <p:cNvSpPr/>
          <p:nvPr/>
        </p:nvSpPr>
        <p:spPr>
          <a:xfrm>
            <a:off x="4599432" y="557784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193024" y="1371600"/>
            <a:ext cx="3639312" cy="4709160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421624" y="1600200"/>
            <a:ext cx="457200" cy="457200"/>
          </a:xfrm>
          <a:prstGeom prst="ellipse">
            <a:avLst/>
          </a:prstGeom>
          <a:solidFill>
            <a:srgbClr val="162447"/>
          </a:solidFill>
          <a:ln/>
        </p:spPr>
      </p:sp>
      <p:sp>
        <p:nvSpPr>
          <p:cNvPr id="41" name="Text 39"/>
          <p:cNvSpPr/>
          <p:nvPr/>
        </p:nvSpPr>
        <p:spPr>
          <a:xfrm>
            <a:off x="8421624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15984" y="1572768"/>
            <a:ext cx="2633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you do before clicking a link?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421624" y="2331720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13064" y="2331720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851392" y="233172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immediately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21624" y="3044952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13064" y="3044952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851392" y="3044952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the sender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21624" y="3758184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EAF7F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13064" y="3758184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851392" y="3758184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URL and sender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421624" y="4471416"/>
            <a:ext cx="3182112" cy="621792"/>
          </a:xfrm>
          <a:prstGeom prst="roundRect">
            <a:avLst>
              <a:gd name="adj" fmla="val 8824"/>
            </a:avLst>
          </a:prstGeom>
          <a:solidFill>
            <a:srgbClr val="F7F8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13064" y="4471416"/>
            <a:ext cx="320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851392" y="4471416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 with friends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421624" y="5577840"/>
            <a:ext cx="3182112" cy="365760"/>
          </a:xfrm>
          <a:prstGeom prst="roundRect">
            <a:avLst>
              <a:gd name="adj" fmla="val 15000"/>
            </a:avLst>
          </a:prstGeom>
          <a:solidFill>
            <a:srgbClr val="162447"/>
          </a:solidFill>
          <a:ln/>
        </p:spPr>
      </p:sp>
      <p:sp>
        <p:nvSpPr>
          <p:cNvPr id="56" name="Text 54"/>
          <p:cNvSpPr/>
          <p:nvPr/>
        </p:nvSpPr>
        <p:spPr>
          <a:xfrm>
            <a:off x="8421624" y="557784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remains one of the most common cyber threats, but awareness is the strongest defense.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67712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icons/eye_162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40" y="2362352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1488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 to suspicious emails and websites.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93522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05409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icons/link_1624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40" y="3148736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93522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links before clicking.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72160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840480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5" name="Image 2" descr="icons/key_1624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40" y="3935120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72160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credentials.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46520" y="21488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83680" y="2267712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9" name="Image 3" descr="icons/shield_1624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320" y="2362352"/>
            <a:ext cx="231343" cy="23134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21488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Authentication.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446520" y="293522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2C3E6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83680" y="305409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3" name="Image 4" descr="icons/flag_16244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8320" y="3148736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293522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attempts promptly.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5272888" y="5349240"/>
            <a:ext cx="164592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4400" y="553212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7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636</Words>
  <Application>Microsoft Office PowerPoint</Application>
  <PresentationFormat>Widescreen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Ananya Achalendran</cp:lastModifiedBy>
  <cp:revision>2</cp:revision>
  <dcterms:created xsi:type="dcterms:W3CDTF">2026-07-15T13:22:44Z</dcterms:created>
  <dcterms:modified xsi:type="dcterms:W3CDTF">2026-07-15T16:45:23Z</dcterms:modified>
</cp:coreProperties>
</file>